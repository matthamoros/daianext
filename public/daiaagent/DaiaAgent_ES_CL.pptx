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</p:sldMasterIdLst>
  <p:notesMasterIdLst>
    <p:notesMasterId r:id="rId16"/>
  </p:notesMasterIdLst>
  <p:sldIdLst>
    <p:sldId id="256" r:id="rId5"/>
    <p:sldId id="312" r:id="rId6"/>
    <p:sldId id="328" r:id="rId7"/>
    <p:sldId id="330" r:id="rId8"/>
    <p:sldId id="334" r:id="rId9"/>
    <p:sldId id="333" r:id="rId10"/>
    <p:sldId id="332" r:id="rId11"/>
    <p:sldId id="335" r:id="rId12"/>
    <p:sldId id="339" r:id="rId13"/>
    <p:sldId id="337" r:id="rId14"/>
    <p:sldId id="338" r:id="rId15"/>
  </p:sldIdLst>
  <p:sldSz cx="12192000" cy="6858000"/>
  <p:notesSz cx="7315200" cy="96012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48B"/>
    <a:srgbClr val="156082"/>
    <a:srgbClr val="7F7F7F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640F2-C25D-4714-BF7B-8556B579D330}" v="26" dt="2026-02-18T17:27:03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792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Amoros" userId="64017f0b-c5b5-437c-8066-7053c6326f0f" providerId="ADAL" clId="{8B5B8C63-7B14-422B-8544-3E91D781913E}"/>
    <pc:docChg chg="undo custSel addSld delSld modSld sldOrd">
      <pc:chgData name="Matthieu Amoros" userId="64017f0b-c5b5-437c-8066-7053c6326f0f" providerId="ADAL" clId="{8B5B8C63-7B14-422B-8544-3E91D781913E}" dt="2026-02-18T17:57:25.255" v="3895" actId="1035"/>
      <pc:docMkLst>
        <pc:docMk/>
      </pc:docMkLst>
      <pc:sldChg chg="modSp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731625523" sldId="256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6" creationId="{C240C2BE-179A-A6D3-AD0E-A5C87D6D63C1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9" creationId="{E3C2ADC4-7472-2B4F-7DE2-A4BAE2D48F17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1046" creationId="{EDC07B27-4E3C-4BCF-ABDB-6AA72857C058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1048" creationId="{83D11BE6-2A04-4DBB-842D-88602B5EC728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1050" creationId="{2A05E02A-9AA9-45EC-B87B-B46F043F3F97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1052" creationId="{0E91EDBA-E8E0-4575-8147-B700345215CE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731625523" sldId="256"/>
            <ac:spMk id="1054" creationId="{DFEE4473-A122-4E96-8C31-B4C5AAA274FD}"/>
          </ac:spMkLst>
        </pc:spChg>
      </pc:sldChg>
      <pc:sldChg chg="addSp delSp modSp mod">
        <pc:chgData name="Matthieu Amoros" userId="64017f0b-c5b5-437c-8066-7053c6326f0f" providerId="ADAL" clId="{8B5B8C63-7B14-422B-8544-3E91D781913E}" dt="2026-02-18T17:57:25.255" v="3895" actId="1035"/>
        <pc:sldMkLst>
          <pc:docMk/>
          <pc:sldMk cId="682828614" sldId="312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2" creationId="{0C15AC7F-96BA-B084-D423-25D6229195F1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4" creationId="{60054DED-DA65-8E22-AF67-B59964CB5358}"/>
          </ac:spMkLst>
        </pc:spChg>
        <pc:spChg chg="add del mod">
          <ac:chgData name="Matthieu Amoros" userId="64017f0b-c5b5-437c-8066-7053c6326f0f" providerId="ADAL" clId="{8B5B8C63-7B14-422B-8544-3E91D781913E}" dt="2026-02-18T17:26:45.772" v="3576" actId="478"/>
          <ac:spMkLst>
            <pc:docMk/>
            <pc:sldMk cId="682828614" sldId="312"/>
            <ac:spMk id="8" creationId="{C6ECB563-27AD-4974-CDE9-514D96B41E70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9" creationId="{6F29973A-9CEB-FE2F-E30B-996363620D13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15" creationId="{2151139A-886F-4B97-8815-729AD3831BBD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17" creationId="{AB5E08C4-8CDD-4623-A5B8-E998C6DEE3B7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19" creationId="{15F33878-D502-4FFA-8ACE-F2AECDB2A23F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21" creationId="{D3539FEE-81D3-4406-802E-60B20B16F4F6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682828614" sldId="312"/>
            <ac:spMk id="23" creationId="{DC701763-729E-462F-A5A8-E0DEFEB1E2E4}"/>
          </ac:spMkLst>
        </pc:spChg>
        <pc:picChg chg="add del mod">
          <ac:chgData name="Matthieu Amoros" userId="64017f0b-c5b5-437c-8066-7053c6326f0f" providerId="ADAL" clId="{8B5B8C63-7B14-422B-8544-3E91D781913E}" dt="2026-02-18T17:28:46.524" v="3579" actId="478"/>
          <ac:picMkLst>
            <pc:docMk/>
            <pc:sldMk cId="682828614" sldId="312"/>
            <ac:picMk id="3" creationId="{DC03064C-CA59-ADF0-58D2-D332A05A0A4D}"/>
          </ac:picMkLst>
        </pc:picChg>
        <pc:picChg chg="add mod">
          <ac:chgData name="Matthieu Amoros" userId="64017f0b-c5b5-437c-8066-7053c6326f0f" providerId="ADAL" clId="{8B5B8C63-7B14-422B-8544-3E91D781913E}" dt="2026-02-18T17:57:25.255" v="3895" actId="1035"/>
          <ac:picMkLst>
            <pc:docMk/>
            <pc:sldMk cId="682828614" sldId="312"/>
            <ac:picMk id="5" creationId="{38DEA663-E83C-B917-8D0A-74B90405148A}"/>
          </ac:picMkLst>
        </pc:picChg>
        <pc:picChg chg="add mod">
          <ac:chgData name="Matthieu Amoros" userId="64017f0b-c5b5-437c-8066-7053c6326f0f" providerId="ADAL" clId="{8B5B8C63-7B14-422B-8544-3E91D781913E}" dt="2026-02-18T17:57:25.255" v="3895" actId="1035"/>
          <ac:picMkLst>
            <pc:docMk/>
            <pc:sldMk cId="682828614" sldId="312"/>
            <ac:picMk id="7" creationId="{A13295F5-924B-D26F-DF99-45EDF1909A9A}"/>
          </ac:picMkLst>
        </pc:picChg>
        <pc:picChg chg="add mod">
          <ac:chgData name="Matthieu Amoros" userId="64017f0b-c5b5-437c-8066-7053c6326f0f" providerId="ADAL" clId="{8B5B8C63-7B14-422B-8544-3E91D781913E}" dt="2026-02-18T17:57:25.255" v="3895" actId="1035"/>
          <ac:picMkLst>
            <pc:docMk/>
            <pc:sldMk cId="682828614" sldId="312"/>
            <ac:picMk id="10" creationId="{55137965-E6EC-7932-3C18-CA048DC8C22E}"/>
          </ac:picMkLst>
        </pc:picChg>
      </pc:sldChg>
      <pc:sldChg chg="addSp delSp modSp del mod">
        <pc:chgData name="Matthieu Amoros" userId="64017f0b-c5b5-437c-8066-7053c6326f0f" providerId="ADAL" clId="{8B5B8C63-7B14-422B-8544-3E91D781913E}" dt="2026-02-18T15:16:04.909" v="2397" actId="2696"/>
        <pc:sldMkLst>
          <pc:docMk/>
          <pc:sldMk cId="1762684221" sldId="317"/>
        </pc:sldMkLst>
        <pc:spChg chg="mod">
          <ac:chgData name="Matthieu Amoros" userId="64017f0b-c5b5-437c-8066-7053c6326f0f" providerId="ADAL" clId="{8B5B8C63-7B14-422B-8544-3E91D781913E}" dt="2026-02-18T15:15:07.345" v="2340" actId="20577"/>
          <ac:spMkLst>
            <pc:docMk/>
            <pc:sldMk cId="1762684221" sldId="317"/>
            <ac:spMk id="4" creationId="{C16853DC-561E-2E17-0B92-DA8A06AF6528}"/>
          </ac:spMkLst>
        </pc:spChg>
      </pc:sldChg>
      <pc:sldChg chg="modSp del mod">
        <pc:chgData name="Matthieu Amoros" userId="64017f0b-c5b5-437c-8066-7053c6326f0f" providerId="ADAL" clId="{8B5B8C63-7B14-422B-8544-3E91D781913E}" dt="2026-02-18T15:28:49.315" v="2645" actId="2696"/>
        <pc:sldMkLst>
          <pc:docMk/>
          <pc:sldMk cId="121446194" sldId="327"/>
        </pc:sldMkLst>
        <pc:spChg chg="mod">
          <ac:chgData name="Matthieu Amoros" userId="64017f0b-c5b5-437c-8066-7053c6326f0f" providerId="ADAL" clId="{8B5B8C63-7B14-422B-8544-3E91D781913E}" dt="2026-02-18T15:14:10.348" v="2329" actId="20577"/>
          <ac:spMkLst>
            <pc:docMk/>
            <pc:sldMk cId="121446194" sldId="327"/>
            <ac:spMk id="2" creationId="{EA3249FB-9443-C964-F64D-35102D30B6AE}"/>
          </ac:spMkLst>
        </pc:spChg>
        <pc:spChg chg="mod">
          <ac:chgData name="Matthieu Amoros" userId="64017f0b-c5b5-437c-8066-7053c6326f0f" providerId="ADAL" clId="{8B5B8C63-7B14-422B-8544-3E91D781913E}" dt="2026-02-18T15:14:18.379" v="2330" actId="1076"/>
          <ac:spMkLst>
            <pc:docMk/>
            <pc:sldMk cId="121446194" sldId="327"/>
            <ac:spMk id="3" creationId="{0DF4779F-5E54-D7E4-930E-DAFF86C0D530}"/>
          </ac:spMkLst>
        </pc:spChg>
        <pc:spChg chg="mod">
          <ac:chgData name="Matthieu Amoros" userId="64017f0b-c5b5-437c-8066-7053c6326f0f" providerId="ADAL" clId="{8B5B8C63-7B14-422B-8544-3E91D781913E}" dt="2026-02-18T15:13:30.288" v="2273" actId="20577"/>
          <ac:spMkLst>
            <pc:docMk/>
            <pc:sldMk cId="121446194" sldId="327"/>
            <ac:spMk id="4" creationId="{1E771913-AB8D-269F-761C-FA3548A86D99}"/>
          </ac:spMkLst>
        </pc:spChg>
        <pc:spChg chg="mod">
          <ac:chgData name="Matthieu Amoros" userId="64017f0b-c5b5-437c-8066-7053c6326f0f" providerId="ADAL" clId="{8B5B8C63-7B14-422B-8544-3E91D781913E}" dt="2026-02-18T15:14:18.379" v="2330" actId="1076"/>
          <ac:spMkLst>
            <pc:docMk/>
            <pc:sldMk cId="121446194" sldId="327"/>
            <ac:spMk id="5" creationId="{658FBB7A-F5FD-0BF7-6836-F30C1CA3EEE8}"/>
          </ac:spMkLst>
        </pc:spChg>
        <pc:spChg chg="mod">
          <ac:chgData name="Matthieu Amoros" userId="64017f0b-c5b5-437c-8066-7053c6326f0f" providerId="ADAL" clId="{8B5B8C63-7B14-422B-8544-3E91D781913E}" dt="2026-02-18T15:14:18.379" v="2330" actId="1076"/>
          <ac:spMkLst>
            <pc:docMk/>
            <pc:sldMk cId="121446194" sldId="327"/>
            <ac:spMk id="7" creationId="{9158577F-2646-F910-BCD4-140F92538AA1}"/>
          </ac:spMkLst>
        </pc:spChg>
      </pc:sldChg>
      <pc:sldChg chg="modSp add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419645617" sldId="328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2" creationId="{F963F7A3-228B-DF05-4AED-B7B81F1276B0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4" creationId="{57339581-046D-6567-4941-E98F9C9D83B1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15" creationId="{8D15BDC5-19AF-FB76-C1FC-C1AE24EE0C96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17" creationId="{12DBC27F-CEFF-092F-5690-B9104EBB33C1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19" creationId="{6F1F9E21-040D-6C08-FDD1-505CEF03D125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21" creationId="{CA6CCFD8-45B9-D71C-1653-0CA7C1920670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419645617" sldId="328"/>
            <ac:spMk id="23" creationId="{95FAA55A-4CEA-FF4C-EEFF-16F2D182D717}"/>
          </ac:spMkLst>
        </pc:spChg>
      </pc:sldChg>
      <pc:sldChg chg="addSp delSp modSp add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166012373" sldId="330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66012373" sldId="330"/>
            <ac:spMk id="4" creationId="{420BC9A7-80BD-3020-67FA-A3C757427235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66012373" sldId="330"/>
            <ac:spMk id="8" creationId="{BE67857F-2A31-81D8-2E2E-F7F9292F5269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66012373" sldId="330"/>
            <ac:spMk id="39" creationId="{7FEAE179-C525-48F3-AD47-0E9E2B6F2E2E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66012373" sldId="330"/>
            <ac:spMk id="41" creationId="{95C8260E-968F-44E8-A823-ABB431311926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66012373" sldId="330"/>
            <ac:spMk id="43" creationId="{2C1BBA94-3F40-40AA-8BB9-E69E25E537C1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66012373" sldId="330"/>
            <ac:spMk id="45" creationId="{FE43805F-24A6-46A4-B19B-54F28347355C}"/>
          </ac:spMkLst>
        </pc:spChg>
        <pc:picChg chg="add mod">
          <ac:chgData name="Matthieu Amoros" userId="64017f0b-c5b5-437c-8066-7053c6326f0f" providerId="ADAL" clId="{8B5B8C63-7B14-422B-8544-3E91D781913E}" dt="2026-01-26T17:50:55.222" v="1850"/>
          <ac:picMkLst>
            <pc:docMk/>
            <pc:sldMk cId="166012373" sldId="330"/>
            <ac:picMk id="9" creationId="{E02C85AC-B67C-78E0-2CFE-2EDAE952F023}"/>
          </ac:picMkLst>
        </pc:picChg>
      </pc:sldChg>
      <pc:sldChg chg="addSp delSp modSp add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3217512636" sldId="332"/>
        </pc:sldMkLst>
        <pc:spChg chg="add del mod">
          <ac:chgData name="Matthieu Amoros" userId="64017f0b-c5b5-437c-8066-7053c6326f0f" providerId="ADAL" clId="{8B5B8C63-7B14-422B-8544-3E91D781913E}" dt="2026-02-18T17:17:51.391" v="3193" actId="478"/>
          <ac:spMkLst>
            <pc:docMk/>
            <pc:sldMk cId="3217512636" sldId="332"/>
            <ac:spMk id="3" creationId="{11C2ADBB-9423-0811-CC51-0622EB99EFF6}"/>
          </ac:spMkLst>
        </pc:spChg>
        <pc:spChg chg="del mod">
          <ac:chgData name="Matthieu Amoros" userId="64017f0b-c5b5-437c-8066-7053c6326f0f" providerId="ADAL" clId="{8B5B8C63-7B14-422B-8544-3E91D781913E}" dt="2026-02-18T17:17:31.722" v="3191" actId="478"/>
          <ac:spMkLst>
            <pc:docMk/>
            <pc:sldMk cId="3217512636" sldId="332"/>
            <ac:spMk id="4" creationId="{A7BCF538-2206-7D16-6088-D29EEBDBFC0C}"/>
          </ac:spMkLst>
        </pc:spChg>
        <pc:spChg chg="add del mod">
          <ac:chgData name="Matthieu Amoros" userId="64017f0b-c5b5-437c-8066-7053c6326f0f" providerId="ADAL" clId="{8B5B8C63-7B14-422B-8544-3E91D781913E}" dt="2026-02-18T17:17:31.090" v="3190" actId="478"/>
          <ac:spMkLst>
            <pc:docMk/>
            <pc:sldMk cId="3217512636" sldId="332"/>
            <ac:spMk id="5" creationId="{471DE06D-04E5-7640-5090-853781FB2246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217512636" sldId="332"/>
            <ac:spMk id="6" creationId="{F3ACF17C-4F43-6ABC-A8AB-8D71B0D45D19}"/>
          </ac:spMkLst>
        </pc:spChg>
        <pc:spChg chg="del mod ord">
          <ac:chgData name="Matthieu Amoros" userId="64017f0b-c5b5-437c-8066-7053c6326f0f" providerId="ADAL" clId="{8B5B8C63-7B14-422B-8544-3E91D781913E}" dt="2026-02-18T15:20:19.057" v="2547" actId="478"/>
          <ac:spMkLst>
            <pc:docMk/>
            <pc:sldMk cId="3217512636" sldId="332"/>
            <ac:spMk id="6" creationId="{FFF1135B-D893-9095-D275-18C326960D3A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217512636" sldId="332"/>
            <ac:spMk id="7" creationId="{48487064-DBAC-8060-D06E-6B8B8123A6D6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217512636" sldId="332"/>
            <ac:spMk id="50" creationId="{700E0F77-E936-4985-B7B1-B9823486AC33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217512636" sldId="332"/>
            <ac:spMk id="52" creationId="{95C8260E-968F-44E8-A823-ABB431311926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217512636" sldId="332"/>
            <ac:spMk id="54" creationId="{2C1BBA94-3F40-40AA-8BB9-E69E25E537C1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217512636" sldId="332"/>
            <ac:spMk id="56" creationId="{FE43805F-24A6-46A4-B19B-54F28347355C}"/>
          </ac:spMkLst>
        </pc:spChg>
        <pc:picChg chg="add mod">
          <ac:chgData name="Matthieu Amoros" userId="64017f0b-c5b5-437c-8066-7053c6326f0f" providerId="ADAL" clId="{8B5B8C63-7B14-422B-8544-3E91D781913E}" dt="2026-01-26T17:49:52.814" v="1838"/>
          <ac:picMkLst>
            <pc:docMk/>
            <pc:sldMk cId="3217512636" sldId="332"/>
            <ac:picMk id="2" creationId="{36384AA9-BB23-01B5-FD75-DE8A2EC86931}"/>
          </ac:picMkLst>
        </pc:picChg>
      </pc:sldChg>
      <pc:sldChg chg="modSp add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3686645974" sldId="333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686645974" sldId="333"/>
            <ac:spMk id="4" creationId="{59EDDEB3-3FD1-B239-66B7-B21C403F7366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686645974" sldId="333"/>
            <ac:spMk id="6" creationId="{F7504921-A0B8-CB76-4FB8-C684D676FFFB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686645974" sldId="333"/>
            <ac:spMk id="39" creationId="{D99D45BC-5C1E-443E-8A39-99A4B5B0CF7D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686645974" sldId="333"/>
            <ac:spMk id="41" creationId="{54DF09B1-AB77-6715-EC28-1F02DD3E9E31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686645974" sldId="333"/>
            <ac:spMk id="43" creationId="{37FAF6B3-678A-7333-5331-28219E60FC05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3686645974" sldId="333"/>
            <ac:spMk id="45" creationId="{9FACF368-71DD-DD59-F630-EACEFDE322EC}"/>
          </ac:spMkLst>
        </pc:spChg>
      </pc:sldChg>
      <pc:sldChg chg="modSp add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1729801613" sldId="334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729801613" sldId="334"/>
            <ac:spMk id="4" creationId="{6633952D-686E-45C8-56E3-176DCBED9BCA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729801613" sldId="334"/>
            <ac:spMk id="8" creationId="{7474C295-AD00-2A04-85D6-3F0F30090EAA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729801613" sldId="334"/>
            <ac:spMk id="39" creationId="{78F55DB4-352E-0F00-0EA7-D5F1C27D012F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729801613" sldId="334"/>
            <ac:spMk id="41" creationId="{7DB7B57A-8C78-CAB7-AD54-885A754F8887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729801613" sldId="334"/>
            <ac:spMk id="43" creationId="{5542C758-818C-A5E4-E037-324A6504BB82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729801613" sldId="334"/>
            <ac:spMk id="45" creationId="{B9614FD5-DCBB-F8FD-5922-D8BFE5C5AC16}"/>
          </ac:spMkLst>
        </pc:spChg>
      </pc:sldChg>
      <pc:sldChg chg="addSp delSp modSp add mod">
        <pc:chgData name="Matthieu Amoros" userId="64017f0b-c5b5-437c-8066-7053c6326f0f" providerId="ADAL" clId="{8B5B8C63-7B14-422B-8544-3E91D781913E}" dt="2026-02-18T17:34:50.306" v="3783" actId="790"/>
        <pc:sldMkLst>
          <pc:docMk/>
          <pc:sldMk cId="1195219070" sldId="335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195219070" sldId="335"/>
            <ac:spMk id="3" creationId="{96B85B8D-428D-0339-16EE-508538D5E7FC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195219070" sldId="335"/>
            <ac:spMk id="4" creationId="{F95AABFB-D3EF-25E4-8312-4603E823562D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195219070" sldId="335"/>
            <ac:spMk id="50" creationId="{93A34A25-EA82-0502-01FB-7F3818C820BB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195219070" sldId="335"/>
            <ac:spMk id="52" creationId="{470279FF-6DDF-F0C5-9BA7-E4B56F10E3F8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195219070" sldId="335"/>
            <ac:spMk id="54" creationId="{66714EC1-579B-0593-07A6-034E28782F0C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195219070" sldId="335"/>
            <ac:spMk id="56" creationId="{2F2BF1E5-3A92-DE04-D0B2-4CDB7AB06120}"/>
          </ac:spMkLst>
        </pc:spChg>
        <pc:picChg chg="del">
          <ac:chgData name="Matthieu Amoros" userId="64017f0b-c5b5-437c-8066-7053c6326f0f" providerId="ADAL" clId="{8B5B8C63-7B14-422B-8544-3E91D781913E}" dt="2026-02-18T15:25:51.600" v="2550" actId="478"/>
          <ac:picMkLst>
            <pc:docMk/>
            <pc:sldMk cId="1195219070" sldId="335"/>
            <ac:picMk id="2" creationId="{4CA8A692-1FEC-1FCD-9492-E766B9083FBE}"/>
          </ac:picMkLst>
        </pc:picChg>
        <pc:picChg chg="add mod">
          <ac:chgData name="Matthieu Amoros" userId="64017f0b-c5b5-437c-8066-7053c6326f0f" providerId="ADAL" clId="{8B5B8C63-7B14-422B-8544-3E91D781913E}" dt="2026-02-18T15:26:11.303" v="2558" actId="1076"/>
          <ac:picMkLst>
            <pc:docMk/>
            <pc:sldMk cId="1195219070" sldId="335"/>
            <ac:picMk id="6" creationId="{F82F20DA-4490-A55D-3521-D9741BD8C47B}"/>
          </ac:picMkLst>
        </pc:picChg>
      </pc:sldChg>
      <pc:sldChg chg="delSp add del setBg delDesignElem">
        <pc:chgData name="Matthieu Amoros" userId="64017f0b-c5b5-437c-8066-7053c6326f0f" providerId="ADAL" clId="{8B5B8C63-7B14-422B-8544-3E91D781913E}" dt="2026-02-18T17:14:06.375" v="2662" actId="2696"/>
        <pc:sldMkLst>
          <pc:docMk/>
          <pc:sldMk cId="1174684157" sldId="336"/>
        </pc:sldMkLst>
        <pc:spChg chg="del">
          <ac:chgData name="Matthieu Amoros" userId="64017f0b-c5b5-437c-8066-7053c6326f0f" providerId="ADAL" clId="{8B5B8C63-7B14-422B-8544-3E91D781913E}" dt="2026-02-18T17:13:56.210" v="2658"/>
          <ac:spMkLst>
            <pc:docMk/>
            <pc:sldMk cId="1174684157" sldId="336"/>
            <ac:spMk id="15" creationId="{11936942-DAAE-F252-ECB6-5BC48CE4F97C}"/>
          </ac:spMkLst>
        </pc:spChg>
        <pc:spChg chg="del">
          <ac:chgData name="Matthieu Amoros" userId="64017f0b-c5b5-437c-8066-7053c6326f0f" providerId="ADAL" clId="{8B5B8C63-7B14-422B-8544-3E91D781913E}" dt="2026-02-18T17:13:56.210" v="2658"/>
          <ac:spMkLst>
            <pc:docMk/>
            <pc:sldMk cId="1174684157" sldId="336"/>
            <ac:spMk id="17" creationId="{F6EAA4BC-22BE-326B-46E4-BC25B13E3EB4}"/>
          </ac:spMkLst>
        </pc:spChg>
        <pc:spChg chg="del">
          <ac:chgData name="Matthieu Amoros" userId="64017f0b-c5b5-437c-8066-7053c6326f0f" providerId="ADAL" clId="{8B5B8C63-7B14-422B-8544-3E91D781913E}" dt="2026-02-18T17:13:56.210" v="2658"/>
          <ac:spMkLst>
            <pc:docMk/>
            <pc:sldMk cId="1174684157" sldId="336"/>
            <ac:spMk id="19" creationId="{06D2D770-8CDE-698A-84E1-7A136559DDB7}"/>
          </ac:spMkLst>
        </pc:spChg>
        <pc:spChg chg="del">
          <ac:chgData name="Matthieu Amoros" userId="64017f0b-c5b5-437c-8066-7053c6326f0f" providerId="ADAL" clId="{8B5B8C63-7B14-422B-8544-3E91D781913E}" dt="2026-02-18T17:13:56.210" v="2658"/>
          <ac:spMkLst>
            <pc:docMk/>
            <pc:sldMk cId="1174684157" sldId="336"/>
            <ac:spMk id="21" creationId="{54CF30A7-E588-6702-A935-ADDA7B71E564}"/>
          </ac:spMkLst>
        </pc:spChg>
        <pc:spChg chg="del">
          <ac:chgData name="Matthieu Amoros" userId="64017f0b-c5b5-437c-8066-7053c6326f0f" providerId="ADAL" clId="{8B5B8C63-7B14-422B-8544-3E91D781913E}" dt="2026-02-18T17:13:56.210" v="2658"/>
          <ac:spMkLst>
            <pc:docMk/>
            <pc:sldMk cId="1174684157" sldId="336"/>
            <ac:spMk id="23" creationId="{B246AC21-6513-3ACD-5594-D1B2DF443FBF}"/>
          </ac:spMkLst>
        </pc:spChg>
      </pc:sldChg>
      <pc:sldChg chg="delSp modSp add mod ord">
        <pc:chgData name="Matthieu Amoros" userId="64017f0b-c5b5-437c-8066-7053c6326f0f" providerId="ADAL" clId="{8B5B8C63-7B14-422B-8544-3E91D781913E}" dt="2026-02-18T17:34:50.306" v="3783" actId="790"/>
        <pc:sldMkLst>
          <pc:docMk/>
          <pc:sldMk cId="1841531821" sldId="337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2" creationId="{319A41EB-F9FB-0721-E8FF-EF92A7AA977E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4" creationId="{8C9AC9C3-D5C0-1963-197F-3BC6DA78F38D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8" creationId="{5E9B907B-B3F3-AC98-A8C6-1D2789C18E36}"/>
          </ac:spMkLst>
        </pc:spChg>
        <pc:spChg chg="del mod">
          <ac:chgData name="Matthieu Amoros" userId="64017f0b-c5b5-437c-8066-7053c6326f0f" providerId="ADAL" clId="{8B5B8C63-7B14-422B-8544-3E91D781913E}" dt="2026-02-18T17:14:51.108" v="2704"/>
          <ac:spMkLst>
            <pc:docMk/>
            <pc:sldMk cId="1841531821" sldId="337"/>
            <ac:spMk id="9" creationId="{F8CCCD87-E90F-8DFD-B13D-714D0BCF9F8B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15" creationId="{22D71C02-437A-B084-C192-CB994149A6D4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17" creationId="{2A937093-D53D-459F-9BA4-B9351CEF39F2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19" creationId="{FB30AC3F-47DB-1F49-3F2D-92909D7354AC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21" creationId="{1068525C-5BA2-8D14-F06A-085FB345D7C4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1841531821" sldId="337"/>
            <ac:spMk id="23" creationId="{647A9AE4-5BFE-76F6-35D9-23CA71BB08F1}"/>
          </ac:spMkLst>
        </pc:spChg>
      </pc:sldChg>
      <pc:sldChg chg="modSp add mod ord">
        <pc:chgData name="Matthieu Amoros" userId="64017f0b-c5b5-437c-8066-7053c6326f0f" providerId="ADAL" clId="{8B5B8C63-7B14-422B-8544-3E91D781913E}" dt="2026-02-18T17:34:50.306" v="3783" actId="790"/>
        <pc:sldMkLst>
          <pc:docMk/>
          <pc:sldMk cId="2024329391" sldId="338"/>
        </pc:sldMkLst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6" creationId="{F5E8BA7D-5D24-EE3E-BDA9-A43C44EFA45E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9" creationId="{9335BE89-B99E-F2B3-210E-6DB4C0D91711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1046" creationId="{19698241-089D-D9F1-5F8E-AD894E3692ED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1048" creationId="{F9B2C1DB-4249-3EF0-4650-51760C6A5AB6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1050" creationId="{30290C86-600D-48F5-F1E8-6587FAD65CAB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1052" creationId="{406716CC-B75E-E7EA-FAFC-E3CC89B2616A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024329391" sldId="338"/>
            <ac:spMk id="1054" creationId="{52EA417D-7350-C0EB-25B5-82B9A115E36D}"/>
          </ac:spMkLst>
        </pc:spChg>
        <pc:picChg chg="mod">
          <ac:chgData name="Matthieu Amoros" userId="64017f0b-c5b5-437c-8066-7053c6326f0f" providerId="ADAL" clId="{8B5B8C63-7B14-422B-8544-3E91D781913E}" dt="2026-02-18T17:19:53.671" v="3350" actId="12788"/>
          <ac:picMkLst>
            <pc:docMk/>
            <pc:sldMk cId="2024329391" sldId="338"/>
            <ac:picMk id="8" creationId="{25675E4A-DD5A-5644-E03D-C5CF3E069702}"/>
          </ac:picMkLst>
        </pc:picChg>
      </pc:sldChg>
      <pc:sldChg chg="addSp delSp modSp add mod">
        <pc:chgData name="Matthieu Amoros" userId="64017f0b-c5b5-437c-8066-7053c6326f0f" providerId="ADAL" clId="{8B5B8C63-7B14-422B-8544-3E91D781913E}" dt="2026-02-18T17:35:21.915" v="3864" actId="12"/>
        <pc:sldMkLst>
          <pc:docMk/>
          <pc:sldMk cId="2926143553" sldId="339"/>
        </pc:sldMkLst>
        <pc:spChg chg="mod">
          <ac:chgData name="Matthieu Amoros" userId="64017f0b-c5b5-437c-8066-7053c6326f0f" providerId="ADAL" clId="{8B5B8C63-7B14-422B-8544-3E91D781913E}" dt="2026-02-18T17:35:21.915" v="3864" actId="12"/>
          <ac:spMkLst>
            <pc:docMk/>
            <pc:sldMk cId="2926143553" sldId="339"/>
            <ac:spMk id="3" creationId="{84C97B14-31F5-E074-C71B-A49809F8F89A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926143553" sldId="339"/>
            <ac:spMk id="4" creationId="{2962650A-00CB-425E-66F5-9733A6C121C0}"/>
          </ac:spMkLst>
        </pc:spChg>
        <pc:spChg chg="del">
          <ac:chgData name="Matthieu Amoros" userId="64017f0b-c5b5-437c-8066-7053c6326f0f" providerId="ADAL" clId="{8B5B8C63-7B14-422B-8544-3E91D781913E}" dt="2026-02-18T17:32:40.657" v="3589" actId="26606"/>
          <ac:spMkLst>
            <pc:docMk/>
            <pc:sldMk cId="2926143553" sldId="339"/>
            <ac:spMk id="50" creationId="{5D3226D9-FBA1-95D1-AF5D-A42EA407B34A}"/>
          </ac:spMkLst>
        </pc:spChg>
        <pc:spChg chg="del">
          <ac:chgData name="Matthieu Amoros" userId="64017f0b-c5b5-437c-8066-7053c6326f0f" providerId="ADAL" clId="{8B5B8C63-7B14-422B-8544-3E91D781913E}" dt="2026-02-18T17:32:40.657" v="3589" actId="26606"/>
          <ac:spMkLst>
            <pc:docMk/>
            <pc:sldMk cId="2926143553" sldId="339"/>
            <ac:spMk id="52" creationId="{11456AAC-1970-E6D1-427C-68399B5624DE}"/>
          </ac:spMkLst>
        </pc:spChg>
        <pc:spChg chg="del">
          <ac:chgData name="Matthieu Amoros" userId="64017f0b-c5b5-437c-8066-7053c6326f0f" providerId="ADAL" clId="{8B5B8C63-7B14-422B-8544-3E91D781913E}" dt="2026-02-18T17:32:40.657" v="3589" actId="26606"/>
          <ac:spMkLst>
            <pc:docMk/>
            <pc:sldMk cId="2926143553" sldId="339"/>
            <ac:spMk id="54" creationId="{85D17E39-5011-1575-442D-45A612281224}"/>
          </ac:spMkLst>
        </pc:spChg>
        <pc:spChg chg="del">
          <ac:chgData name="Matthieu Amoros" userId="64017f0b-c5b5-437c-8066-7053c6326f0f" providerId="ADAL" clId="{8B5B8C63-7B14-422B-8544-3E91D781913E}" dt="2026-02-18T17:32:40.657" v="3589" actId="26606"/>
          <ac:spMkLst>
            <pc:docMk/>
            <pc:sldMk cId="2926143553" sldId="339"/>
            <ac:spMk id="56" creationId="{DF1F27D9-2EEA-42FF-E2E4-2A4B2585DADA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926143553" sldId="339"/>
            <ac:spMk id="61" creationId="{91DC6ABD-215C-4EA8-A483-CEF5B99AB385}"/>
          </ac:spMkLst>
        </pc:spChg>
        <pc:spChg chg="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926143553" sldId="339"/>
            <ac:spMk id="65" creationId="{99413ED5-9ED4-4772-BCE4-2BCAE6B12E35}"/>
          </ac:spMkLst>
        </pc:spChg>
        <pc:spChg chg="add mod">
          <ac:chgData name="Matthieu Amoros" userId="64017f0b-c5b5-437c-8066-7053c6326f0f" providerId="ADAL" clId="{8B5B8C63-7B14-422B-8544-3E91D781913E}" dt="2026-02-18T17:34:50.306" v="3783" actId="790"/>
          <ac:spMkLst>
            <pc:docMk/>
            <pc:sldMk cId="2926143553" sldId="339"/>
            <ac:spMk id="67" creationId="{04357C93-F0CB-4A1C-8F77-4E9063789819}"/>
          </ac:spMkLst>
        </pc:spChg>
        <pc:grpChg chg="add">
          <ac:chgData name="Matthieu Amoros" userId="64017f0b-c5b5-437c-8066-7053c6326f0f" providerId="ADAL" clId="{8B5B8C63-7B14-422B-8544-3E91D781913E}" dt="2026-02-18T17:32:40.657" v="3589" actId="26606"/>
          <ac:grpSpMkLst>
            <pc:docMk/>
            <pc:sldMk cId="2926143553" sldId="339"/>
            <ac:grpSpMk id="63" creationId="{3AF6A671-C637-4547-85F4-51B6D1881399}"/>
          </ac:grpSpMkLst>
        </pc:grpChg>
        <pc:picChg chg="add mod">
          <ac:chgData name="Matthieu Amoros" userId="64017f0b-c5b5-437c-8066-7053c6326f0f" providerId="ADAL" clId="{8B5B8C63-7B14-422B-8544-3E91D781913E}" dt="2026-02-18T17:32:40.657" v="3589" actId="26606"/>
          <ac:picMkLst>
            <pc:docMk/>
            <pc:sldMk cId="2926143553" sldId="339"/>
            <ac:picMk id="5" creationId="{D9E336A2-D39D-D07A-84A7-819CF74A2BEF}"/>
          </ac:picMkLst>
        </pc:picChg>
        <pc:picChg chg="del">
          <ac:chgData name="Matthieu Amoros" userId="64017f0b-c5b5-437c-8066-7053c6326f0f" providerId="ADAL" clId="{8B5B8C63-7B14-422B-8544-3E91D781913E}" dt="2026-02-18T17:32:27.489" v="3585" actId="478"/>
          <ac:picMkLst>
            <pc:docMk/>
            <pc:sldMk cId="2926143553" sldId="339"/>
            <ac:picMk id="6" creationId="{FF8F96B4-7223-0224-679C-76F6449421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542C75C-BD54-402D-9152-2D8C0462531F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7838C6C-9F2E-483E-842C-14E743482E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299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CBE66-0EA0-6775-8FA0-B47D4C18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6BC79E-A1DD-D19C-11EB-1A7E7CE5D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33D841-E312-884A-13EA-7953547FE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00FC9C-5DB9-C545-C8E1-24309242C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7858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9F5D-15B3-4F56-68F8-3131408F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9D70E3-8966-17D6-A76A-D0D4D0C3C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406D8D-31B0-1D23-B6D0-9CF167375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48BDAE-7025-1E24-9BA5-13E207008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697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995C-13E6-0DE2-7F3D-1DFDE920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CFFDE7-E02E-6303-E2A7-98CF6A868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A44050-DA40-C1DB-12E8-0B73BED5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F3F653-E71F-6204-A245-6290F48F1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3781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22942-F94A-DE0A-1613-F3BB1494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58B348-DE29-04BE-BAFC-7E77E1038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711572-1C36-2A8E-CF8D-583F66BC3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87AC21-25F9-99D2-AA1B-5B9784E6C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0879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5B31-35D7-575E-6313-D5C2ABE5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0A08AA-AFAF-25B4-5F28-B08766747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055473-2572-C6FB-23DA-F090A8F3B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67AFB4-7D0C-0B4A-E7DF-E135A3C7A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3629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7245-9F3F-2063-4110-6148280C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152299-7D2F-69C9-7B92-8AFCAED84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A88635-23AB-FC1C-D4A3-4BF462E34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055E39-D965-B3D1-642E-F0282F92C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6049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DAC8-2CE9-4F9A-E05C-D40EE2D0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607DA1-8B1E-B76A-79E8-8BB233A3F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15D195-36A8-2D48-A282-BA9EEFC72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4BA060-6E73-9D65-8258-3B70850AB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1722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87DD8-5A29-45CF-C140-E0ED5D8B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D30EDB-2267-0D88-7D94-91A12DC5E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43EE2C-5BF9-6564-8205-39770B87B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12321C-DF45-B6DC-44DF-BA977F244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031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A0E7A-6A6C-C8F1-F119-C6A63329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AF674-B325-7B80-898A-D6CF05E15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695B99-2BE6-4BC6-147F-ACA1F2E0D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Presentación general de los </a:t>
            </a:r>
            <a:r>
              <a:rPr lang="es-ES" dirty="0" err="1"/>
              <a:t>menus</a:t>
            </a:r>
            <a:endParaRPr lang="es-ES" dirty="0"/>
          </a:p>
          <a:p>
            <a:r>
              <a:rPr lang="es-ES" dirty="0"/>
              <a:t>Creación de una empresa nueva</a:t>
            </a:r>
          </a:p>
          <a:p>
            <a:r>
              <a:rPr lang="es-ES" dirty="0"/>
              <a:t>Creación de un productor nuevo asociado a la empresa</a:t>
            </a:r>
          </a:p>
          <a:p>
            <a:endParaRPr lang="es-ES" dirty="0"/>
          </a:p>
          <a:p>
            <a:r>
              <a:rPr lang="es-ES" dirty="0"/>
              <a:t>Creación de una recepción</a:t>
            </a:r>
          </a:p>
          <a:p>
            <a:r>
              <a:rPr lang="es-ES" dirty="0"/>
              <a:t>Mostrar reporte web</a:t>
            </a:r>
          </a:p>
          <a:p>
            <a:r>
              <a:rPr lang="es-ES" dirty="0"/>
              <a:t>Actualizar dinámica recepción</a:t>
            </a:r>
          </a:p>
          <a:p>
            <a:endParaRPr lang="es-ES" dirty="0"/>
          </a:p>
          <a:p>
            <a:r>
              <a:rPr lang="es-ES" dirty="0"/>
              <a:t>Creación de una orden de proceso</a:t>
            </a:r>
          </a:p>
          <a:p>
            <a:r>
              <a:rPr lang="es-ES" dirty="0"/>
              <a:t>Sin certificación etc.</a:t>
            </a:r>
          </a:p>
          <a:p>
            <a:r>
              <a:rPr lang="es-ES" dirty="0"/>
              <a:t>Asociar unidad creada</a:t>
            </a:r>
          </a:p>
          <a:p>
            <a:endParaRPr lang="es-ES" dirty="0"/>
          </a:p>
          <a:p>
            <a:r>
              <a:rPr lang="es-ES" dirty="0"/>
              <a:t>Mostrar piloto</a:t>
            </a:r>
          </a:p>
          <a:p>
            <a:endParaRPr lang="es-ES" dirty="0"/>
          </a:p>
          <a:p>
            <a:r>
              <a:rPr lang="es-ES" dirty="0"/>
              <a:t>Crear proceso de </a:t>
            </a:r>
            <a:r>
              <a:rPr lang="es-ES" dirty="0" err="1"/>
              <a:t>packing</a:t>
            </a:r>
            <a:endParaRPr lang="es-ES" dirty="0"/>
          </a:p>
          <a:p>
            <a:r>
              <a:rPr lang="es-ES" dirty="0"/>
              <a:t>Asociar a orden de proceso</a:t>
            </a:r>
          </a:p>
          <a:p>
            <a:r>
              <a:rPr lang="es-ES" dirty="0"/>
              <a:t>Crear 3 pallets</a:t>
            </a:r>
          </a:p>
          <a:p>
            <a:r>
              <a:rPr lang="es-ES" dirty="0"/>
              <a:t>1 completo</a:t>
            </a:r>
          </a:p>
          <a:p>
            <a:r>
              <a:rPr lang="es-ES" dirty="0"/>
              <a:t>2 saldos que suman 120</a:t>
            </a:r>
          </a:p>
          <a:p>
            <a:r>
              <a:rPr lang="es-ES" dirty="0"/>
              <a:t>Mostrar stock, recepción desapareció, aparecieron los pallets</a:t>
            </a:r>
          </a:p>
          <a:p>
            <a:endParaRPr lang="es-ES" dirty="0"/>
          </a:p>
          <a:p>
            <a:r>
              <a:rPr lang="es-ES" dirty="0"/>
              <a:t>Realizar un repa juntando los dos saldos</a:t>
            </a:r>
          </a:p>
          <a:p>
            <a:r>
              <a:rPr lang="es-ES" dirty="0"/>
              <a:t>Mostrar stock y existencia</a:t>
            </a:r>
          </a:p>
          <a:p>
            <a:r>
              <a:rPr lang="es-ES" dirty="0"/>
              <a:t>Explicar PDA Android</a:t>
            </a:r>
          </a:p>
          <a:p>
            <a:endParaRPr lang="es-ES" dirty="0"/>
          </a:p>
          <a:p>
            <a:r>
              <a:rPr lang="es-ES" dirty="0"/>
              <a:t>Realizar inspección</a:t>
            </a:r>
          </a:p>
          <a:p>
            <a:r>
              <a:rPr lang="es-ES" dirty="0"/>
              <a:t>Mostrar stock con condición</a:t>
            </a:r>
          </a:p>
          <a:p>
            <a:endParaRPr lang="es-ES" dirty="0"/>
          </a:p>
          <a:p>
            <a:r>
              <a:rPr lang="es-ES" dirty="0"/>
              <a:t>Realizar despacho</a:t>
            </a:r>
          </a:p>
          <a:p>
            <a:r>
              <a:rPr lang="es-ES" dirty="0"/>
              <a:t>Mostrar reporte</a:t>
            </a:r>
          </a:p>
          <a:p>
            <a:r>
              <a:rPr lang="es-ES" dirty="0"/>
              <a:t>Explicar </a:t>
            </a:r>
            <a:r>
              <a:rPr lang="es-ES" dirty="0" err="1"/>
              <a:t>multipuerto</a:t>
            </a:r>
            <a:endParaRPr lang="es-ES" dirty="0"/>
          </a:p>
          <a:p>
            <a:r>
              <a:rPr lang="es-ES" dirty="0"/>
              <a:t>Mostrar stock sin pallets</a:t>
            </a:r>
          </a:p>
          <a:p>
            <a:r>
              <a:rPr lang="es-ES" dirty="0"/>
              <a:t>Actualizar dinámica</a:t>
            </a:r>
          </a:p>
          <a:p>
            <a:endParaRPr lang="es-ES" dirty="0"/>
          </a:p>
          <a:p>
            <a:r>
              <a:rPr lang="es-ES" dirty="0" err="1"/>
              <a:t>Fini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E77A5F-58B4-1D04-7D2F-2B18BE4FC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38C6C-9F2E-483E-842C-14E743482E7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172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31EED-A25D-1A13-DFE9-9B2FC95E3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61B499-6208-06CE-2679-E7A435804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E5F4E0-B43C-A8DD-A801-65F0EEEF7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E0A05-C967-DAB5-2AA7-926FA9A6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BB6062-80AB-F5BC-1632-05AF445F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808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8F160-FF11-2121-2698-0382825A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C22CA-BE7D-CAC3-5F8E-3D9BC68C1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0744-A871-D05B-D001-EBD61F17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484889-448E-9E76-699C-E9218A7C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A6E8D5-0AA6-C592-AEAE-08B488BC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5092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E309A-F1F3-257E-79BB-4C491265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A6F339-11CF-2501-E65D-B8373E709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D99EA9-9286-BA34-6B2E-9E7EBF88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033268-05A0-AD40-B1E9-1C31CE2C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79CD0A-58C6-9D64-D45F-306838C7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42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F9711-8DF4-9B3B-FD15-39D85E3A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4ACE26-83BB-0D95-D57F-8A18D2D30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5BAEF4-CE54-B762-AB2E-CE69FACBC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292E52-7ED3-35AD-9197-1E206027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63F001-F8C9-6EF2-724B-42BED8BA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FB5379-B0EE-D094-BA30-787F1A1F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4570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9A362-AF17-4836-CC49-5748A888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2C3AD6-F32B-305F-C8EA-7AE7035D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71E240-1915-F193-8B8D-F6370BC95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3061D5-F91F-C7D4-2F65-02FAF3FFB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ED9549-7542-0977-6410-5DB68A2BB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85F25F-45DC-2D08-AF5D-5113BC70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4A7DD9-CFCF-3F62-1380-07F724B1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AE518F-C764-93E6-E510-51888B60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405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50BD8-3283-FDC6-9724-CDCAC183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BFA75C-D9D2-60E2-95D7-539897EE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C92A55-954A-D37B-9781-1F21D37B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55A6A6-78B3-23F8-4C32-E60879C5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816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D71B0-2832-E036-2370-B367FBA4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A1A17D-307D-19FF-81C1-86D1C2BD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EB1481-F4AF-8193-EC00-EA5318D3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329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F42A-BE80-9A75-52A7-69FB41CE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55C8BC-0F70-6F02-6AED-180D2AC37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215512-253B-DBB2-C9DE-CABE9F3BD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8CBBB9-9465-DD6D-FBCC-AFEB5253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2B7454-8588-8586-7CD2-6BC095DB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D3C5AA-3105-AE6F-3AD9-F3D44C22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7387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7003A-DBB4-7DEE-EE7A-409FED86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165AD6-3608-A80C-6508-BFA61F09F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90004B-A79B-4793-B0F9-C015B64AA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EFD545-B2D2-2BBC-B88D-AA7F4767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11A0A6-A500-4BAC-FBC1-046350C2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1239C1-75CB-0964-3503-4B9C6A20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9468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3D18E-8498-685F-F5F0-B7C26DBC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5FD967-0447-D95C-F44C-2AF5F97D2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7BB96F-01F3-A429-C78A-D3FD99BC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71F7C-FD25-61F3-0BDD-02E424B2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3D567-F1A4-59E8-A9D2-5EB1D380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050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DBBF42-A03B-4213-F4C7-8E2EA37B3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1382F7-9E24-608F-1CB5-C04F86468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A8CFC6-2A67-4C82-3CA8-9F124DC5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75ED92-B850-3B89-74A3-56BDE889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6950C-11CF-AE29-B02C-608E2F12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84580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9D94F2-6E1B-FBD1-F710-9D0E1989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B71ABF-B32E-32DA-A23C-7E9F9C03A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59131-A757-3770-8870-5627ADACF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57E9ED-A973-BAA0-A3F7-F28341D6E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6D2A10-5C8E-C828-790D-09C4ADE25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78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info@daia.c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40C2BE-179A-A6D3-AD0E-A5C87D6D63C1}"/>
              </a:ext>
            </a:extLst>
          </p:cNvPr>
          <p:cNvSpPr txBox="1"/>
          <p:nvPr/>
        </p:nvSpPr>
        <p:spPr>
          <a:xfrm>
            <a:off x="1153236" y="559703"/>
            <a:ext cx="9867331" cy="1167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s-CL" sz="3700" b="1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C2ADC4-7472-2B4F-7DE2-A4BAE2D48F17}"/>
              </a:ext>
            </a:extLst>
          </p:cNvPr>
          <p:cNvSpPr txBox="1"/>
          <p:nvPr/>
        </p:nvSpPr>
        <p:spPr>
          <a:xfrm>
            <a:off x="1589965" y="5777350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s-CL" sz="2200" noProof="0" dirty="0">
                <a:solidFill>
                  <a:srgbClr val="FFFFFF"/>
                </a:solidFill>
              </a:rPr>
              <a:t>Integración estratégica: </a:t>
            </a:r>
            <a:r>
              <a:rPr lang="es-CL" sz="2200" noProof="0" dirty="0" err="1">
                <a:solidFill>
                  <a:srgbClr val="FFFFFF"/>
                </a:solidFill>
              </a:rPr>
              <a:t>DaiaAgent</a:t>
            </a:r>
            <a:endParaRPr lang="es-CL" sz="2200" noProof="0" dirty="0">
              <a:solidFill>
                <a:srgbClr val="FFFFFF"/>
              </a:solidFill>
            </a:endParaRPr>
          </a:p>
        </p:txBody>
      </p:sp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5F42D3FD-4334-FFBB-9755-EDCF5913D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740" y="1187540"/>
            <a:ext cx="3073055" cy="30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25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56A43-1F00-E708-69B5-46B4CEC8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054DED-DA65-8E22-AF67-B59964CB5358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28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¿Quién es Daia Systems?</a:t>
            </a:r>
            <a:endParaRPr lang="es-CL" sz="2800" b="1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C15AC7F-96BA-B084-D423-25D6229195F1}"/>
              </a:ext>
            </a:extLst>
          </p:cNvPr>
          <p:cNvSpPr txBox="1"/>
          <p:nvPr/>
        </p:nvSpPr>
        <p:spPr>
          <a:xfrm>
            <a:off x="285879" y="1735800"/>
            <a:ext cx="11506430" cy="3386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L" sz="1900" noProof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L" sz="1900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F29973A-9CEB-FE2F-E30B-996363620D13}"/>
              </a:ext>
            </a:extLst>
          </p:cNvPr>
          <p:cNvSpPr txBox="1"/>
          <p:nvPr/>
        </p:nvSpPr>
        <p:spPr>
          <a:xfrm>
            <a:off x="699714" y="1934975"/>
            <a:ext cx="82209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/>
              <a:t>Creada en 2021 para satisfacer las necesidades de la agroindustria de mejorar su </a:t>
            </a:r>
            <a:r>
              <a:rPr lang="es-CL" b="1" noProof="0" dirty="0"/>
              <a:t>trazabilidad, gestión de la producción y herramientas logísticas</a:t>
            </a:r>
            <a:r>
              <a:rPr lang="es-CL" noProof="0" dirty="0"/>
              <a:t>, la empresa Daia Systems comercializó su primer producto </a:t>
            </a:r>
            <a:r>
              <a:rPr lang="es-CL" noProof="0" dirty="0" err="1"/>
              <a:t>DaiaERP</a:t>
            </a:r>
            <a:r>
              <a:rPr lang="es-CL" noProof="0" dirty="0"/>
              <a:t> en 2022. </a:t>
            </a:r>
          </a:p>
          <a:p>
            <a:endParaRPr lang="es-CL" noProof="0" dirty="0"/>
          </a:p>
          <a:p>
            <a:r>
              <a:rPr lang="es-CL" noProof="0" dirty="0"/>
              <a:t>Con una visión más global del mercado, Daia creó un segundo </a:t>
            </a:r>
            <a:r>
              <a:rPr lang="es-CL" b="1" noProof="0" dirty="0"/>
              <a:t>producto </a:t>
            </a:r>
            <a:r>
              <a:rPr lang="es-CL" b="1" noProof="0" dirty="0" err="1"/>
              <a:t>DaiaAgent</a:t>
            </a:r>
            <a:r>
              <a:rPr lang="es-CL" b="1" noProof="0" dirty="0"/>
              <a:t> en 2025</a:t>
            </a:r>
            <a:r>
              <a:rPr lang="es-CL" noProof="0" dirty="0"/>
              <a:t> que permite </a:t>
            </a:r>
            <a:r>
              <a:rPr lang="es-CL" b="1" noProof="0" dirty="0"/>
              <a:t>la interoperabilidad de sistemas de información </a:t>
            </a:r>
            <a:r>
              <a:rPr lang="es-CL" noProof="0" dirty="0"/>
              <a:t>con las líneas de empaquetado y calibración.</a:t>
            </a:r>
          </a:p>
        </p:txBody>
      </p: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38DEA663-E83C-B917-8D0A-74B904051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14" y="4279996"/>
            <a:ext cx="2838012" cy="2552380"/>
          </a:xfrm>
          <a:prstGeom prst="rect">
            <a:avLst/>
          </a:prstGeom>
        </p:spPr>
      </p:pic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13295F5-924B-D26F-DF99-45EDF1909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724" y="4296186"/>
            <a:ext cx="3001058" cy="2520000"/>
          </a:xfrm>
          <a:prstGeom prst="rect">
            <a:avLst/>
          </a:prstGeom>
        </p:spPr>
      </p:pic>
      <p:pic>
        <p:nvPicPr>
          <p:cNvPr id="10" name="Imagen 9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5137965-E6EC-7932-3C18-CA048DC8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479" y="4296186"/>
            <a:ext cx="299417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2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A9776-8975-5A00-DB22-E2BDE6FE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15BDC5-19AF-FB76-C1FC-C1AE24EE0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DBC27F-CEFF-092F-5690-B9104EBB3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1F9E21-040D-6C08-FDD1-505CEF03D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6CCFD8-45B9-D71C-1653-0CA7C1920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FAA55A-4CEA-FF4C-EEFF-16F2D182D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339581-046D-6567-4941-E98F9C9D83B1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28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¿Qué es </a:t>
            </a:r>
            <a:r>
              <a:rPr lang="es-CL" sz="28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DaiaAgent</a:t>
            </a:r>
            <a:r>
              <a:rPr lang="es-CL" sz="28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  <a:endParaRPr lang="es-CL" sz="2800" b="1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963F7A3-228B-DF05-4AED-B7B81F1276B0}"/>
              </a:ext>
            </a:extLst>
          </p:cNvPr>
          <p:cNvSpPr txBox="1"/>
          <p:nvPr/>
        </p:nvSpPr>
        <p:spPr>
          <a:xfrm>
            <a:off x="285879" y="1735800"/>
            <a:ext cx="11506430" cy="33863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L" sz="2400" b="1" noProof="0" dirty="0" err="1"/>
              <a:t>DaiaAgent</a:t>
            </a:r>
            <a:r>
              <a:rPr lang="es-CL" sz="2400" b="1" noProof="0" dirty="0"/>
              <a:t> es un middleware (puente de datos) que conecta todo tipo de líneas, de ERP y de procesos industriales mediante </a:t>
            </a:r>
            <a:r>
              <a:rPr lang="es-CL" sz="2400" b="1" noProof="0" dirty="0" err="1"/>
              <a:t>APIs</a:t>
            </a:r>
            <a:r>
              <a:rPr lang="es-CL" sz="2400" b="1" noProof="0" dirty="0"/>
              <a:t> genéricas independientes.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CL" sz="2400" b="1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L" sz="2400" b="1" noProof="0" dirty="0"/>
              <a:t>Ventajas: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s-CL" sz="2000" noProof="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Equipo ERP ↔ de conexión directa 
Eliminación de los ingresos manuales
Módulos independientes del ERP de destino
Trazabilidad total de procesos
Retroalimentación del indicador lo más cerca posible de la máquina</a:t>
            </a:r>
            <a:endParaRPr lang="es-CL" sz="1900" noProof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L" sz="1900" noProof="0" dirty="0"/>
          </a:p>
        </p:txBody>
      </p:sp>
    </p:spTree>
    <p:extLst>
      <p:ext uri="{BB962C8B-B14F-4D97-AF65-F5344CB8AC3E}">
        <p14:creationId xmlns:p14="http://schemas.microsoft.com/office/powerpoint/2010/main" val="41964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F3145-AD0E-F7D3-1A7B-879E2917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0BC9A7-80BD-3020-67FA-A3C757427235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 err="1">
                <a:latin typeface="+mj-lt"/>
                <a:ea typeface="+mj-ea"/>
                <a:cs typeface="+mj-cs"/>
              </a:rPr>
              <a:t>DaiaAgent</a:t>
            </a:r>
            <a:r>
              <a:rPr lang="es-CL" sz="3000" b="1" noProof="0" dirty="0">
                <a:latin typeface="+mj-lt"/>
                <a:ea typeface="+mj-ea"/>
                <a:cs typeface="+mj-cs"/>
              </a:rPr>
              <a:t>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>
                <a:latin typeface="+mj-lt"/>
                <a:ea typeface="+mj-ea"/>
                <a:cs typeface="+mj-cs"/>
              </a:rPr>
              <a:t>Módulo de vaciado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67857F-2A31-81D8-2E2E-F7F9292F5269}"/>
              </a:ext>
            </a:extLst>
          </p:cNvPr>
          <p:cNvSpPr txBox="1"/>
          <p:nvPr/>
        </p:nvSpPr>
        <p:spPr>
          <a:xfrm>
            <a:off x="5024930" y="5041228"/>
            <a:ext cx="6897626" cy="13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400" noProof="0" dirty="0"/>
              <a:t>Obtención de los lotes desde un ERP externo
Automatización de datos de trazabilidad (productor, variedad, huerto, turno, etc.)
Seguimiento del progreso de las órdenes de trabajo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400" noProof="0" dirty="0"/>
              <a:t>Vaciado por lote o por </a:t>
            </a:r>
            <a:r>
              <a:rPr lang="es-CL" sz="1400" noProof="0" dirty="0" err="1"/>
              <a:t>bin</a:t>
            </a:r>
            <a:r>
              <a:rPr lang="es-CL" sz="1400" noProof="0" dirty="0"/>
              <a:t> para un mejor seguimiento de los procesos</a:t>
            </a:r>
          </a:p>
        </p:txBody>
      </p:sp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02C85AC-B67C-78E0-2CFE-2EDAE952F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54" y="390832"/>
            <a:ext cx="10155310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84D64-E006-B6FE-4D1C-2D6B975E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8F55DB4-352E-0F00-0EA7-D5F1C27D0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33952D-686E-45C8-56E3-176DCBED9BCA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 err="1">
                <a:latin typeface="+mj-lt"/>
                <a:ea typeface="+mj-ea"/>
                <a:cs typeface="+mj-cs"/>
              </a:rPr>
              <a:t>DaiaAgent</a:t>
            </a:r>
            <a:r>
              <a:rPr lang="es-CL" sz="3000" b="1" noProof="0" dirty="0"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>
                <a:latin typeface="+mj-lt"/>
                <a:ea typeface="+mj-ea"/>
                <a:cs typeface="+mj-cs"/>
              </a:rPr>
              <a:t>Módulo de etiquetado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B7B57A-8C78-CAB7-AD54-885A754F8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42C758-818C-A5E4-E037-324A6504B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614FD5-DCBB-F8FD-5922-D8BFE5C5A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14BD356-FB83-63AB-AB06-2E49B9D8A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55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474C295-AD00-2A04-85D6-3F0F30090EAA}"/>
              </a:ext>
            </a:extLst>
          </p:cNvPr>
          <p:cNvSpPr txBox="1"/>
          <p:nvPr/>
        </p:nvSpPr>
        <p:spPr>
          <a:xfrm>
            <a:off x="5024930" y="5041228"/>
            <a:ext cx="6897626" cy="13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400" noProof="0" dirty="0"/>
              <a:t>Gestión de múltiples salidas
Diseño de impresión personalizable
Creación de números de serie
Recuperación de información en tiempo real de máquinas (calibre, color, embalaje </a:t>
            </a:r>
            <a:r>
              <a:rPr lang="es-CL" sz="1400" noProof="0" dirty="0" err="1"/>
              <a:t>etc</a:t>
            </a:r>
            <a:r>
              <a:rPr lang="es-CL" sz="1400" noProof="0" dirty="0"/>
              <a:t>,)</a:t>
            </a:r>
          </a:p>
        </p:txBody>
      </p:sp>
    </p:spTree>
    <p:extLst>
      <p:ext uri="{BB962C8B-B14F-4D97-AF65-F5344CB8AC3E}">
        <p14:creationId xmlns:p14="http://schemas.microsoft.com/office/powerpoint/2010/main" val="1729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0630F-846A-7F0C-51A3-7F6E3A6D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99D45BC-5C1E-443E-8A39-99A4B5B0C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EDDEB3-3FD1-B239-66B7-B21C403F7366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 err="1">
                <a:latin typeface="+mj-lt"/>
                <a:ea typeface="+mj-ea"/>
                <a:cs typeface="+mj-cs"/>
              </a:rPr>
              <a:t>DaiaAgent</a:t>
            </a:r>
            <a:r>
              <a:rPr lang="es-CL" sz="3000" b="1" noProof="0" dirty="0"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>
                <a:latin typeface="+mj-lt"/>
                <a:ea typeface="+mj-ea"/>
                <a:cs typeface="+mj-cs"/>
              </a:rPr>
              <a:t>Indicadores de operador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DF09B1-AB77-6715-EC28-1F02DD3E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FAF6B3-678A-7333-5331-28219E60F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3" name="Imagen 2" descr="Interfaz de usuario gráfica, Gráfico, Aplicación&#10;&#10;El contenido generado por IA puede ser incorrecto.">
            <a:extLst>
              <a:ext uri="{FF2B5EF4-FFF2-40B4-BE49-F238E27FC236}">
                <a16:creationId xmlns:a16="http://schemas.microsoft.com/office/drawing/2014/main" id="{05080609-4D1C-F98F-C522-549B13098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81" b="14836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FACF368-71DD-DD59-F630-EACEFDE32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504921-A0B8-CB76-4FB8-C684D676FFFB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500" noProof="0" dirty="0"/>
              <a:t>Indicadores de rendimiento personalizables
Seguimiento del tiempo por turno y conteo de horas de operador
Alarmas personalizables en tiempo real</a:t>
            </a:r>
          </a:p>
        </p:txBody>
      </p:sp>
    </p:spTree>
    <p:extLst>
      <p:ext uri="{BB962C8B-B14F-4D97-AF65-F5344CB8AC3E}">
        <p14:creationId xmlns:p14="http://schemas.microsoft.com/office/powerpoint/2010/main" val="3686645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031EB-C4D5-F966-E6D9-6180105D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2" name="Imagen 1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6384AA9-BB23-01B5-FD75-DE8A2EC8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224" y="364142"/>
            <a:ext cx="7367606" cy="3867993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ACF17C-4F43-6ABC-A8AB-8D71B0D45D19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 err="1">
                <a:latin typeface="+mj-lt"/>
                <a:ea typeface="+mj-ea"/>
                <a:cs typeface="+mj-cs"/>
              </a:rPr>
              <a:t>DaiaAgent</a:t>
            </a:r>
            <a:r>
              <a:rPr lang="es-CL" sz="3000" b="1" noProof="0" dirty="0"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>
                <a:latin typeface="+mj-lt"/>
                <a:ea typeface="+mj-ea"/>
                <a:cs typeface="+mj-cs"/>
              </a:rPr>
              <a:t>Indicadores de operador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487064-DBAC-8060-D06E-6B8B8123A6D6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500" noProof="0" dirty="0"/>
              <a:t>Uso de salidas en vivo
Repartición por tipo de embalajes
Kilos embalados por </a:t>
            </a:r>
            <a:r>
              <a:rPr lang="es-CL" sz="1500" noProof="0" dirty="0" err="1"/>
              <a:t>via</a:t>
            </a:r>
            <a:endParaRPr lang="es-CL" sz="1500" noProof="0" dirty="0"/>
          </a:p>
        </p:txBody>
      </p:sp>
    </p:spTree>
    <p:extLst>
      <p:ext uri="{BB962C8B-B14F-4D97-AF65-F5344CB8AC3E}">
        <p14:creationId xmlns:p14="http://schemas.microsoft.com/office/powerpoint/2010/main" val="3217512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36B21-A47A-00A5-0A4F-59FE5597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3A34A25-EA82-0502-01FB-7F3818C82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5AABFB-D3EF-25E4-8312-4603E823562D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 err="1"/>
              <a:t>DaiaAgent</a:t>
            </a:r>
            <a:r>
              <a:rPr lang="es-CL" sz="3000" b="1" noProof="0" dirty="0"/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noProof="0" dirty="0"/>
              <a:t>Indicadores de operador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0279FF-6DDF-F0C5-9BA7-E4B56F10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714EC1-579B-0593-07A6-034E28782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2BF1E5-3A92-DE04-D0B2-4CDB7AB06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B85B8D-428D-0339-16EE-508538D5E7FC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500" noProof="0" dirty="0"/>
              <a:t>Causas de detención
Análisis de tiempos muertos</a:t>
            </a:r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82F20DA-4490-A55D-3521-D9741BD8C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283" y="174462"/>
            <a:ext cx="6828956" cy="42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1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EA2CF-D687-A7EE-F8D5-9810C082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62650A-00CB-425E-66F5-9733A6C121C0}"/>
              </a:ext>
            </a:extLst>
          </p:cNvPr>
          <p:cNvSpPr txBox="1"/>
          <p:nvPr/>
        </p:nvSpPr>
        <p:spPr>
          <a:xfrm>
            <a:off x="621295" y="490016"/>
            <a:ext cx="4457806" cy="168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b="1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DaiaAgent</a:t>
            </a:r>
            <a:r>
              <a:rPr lang="es-CL" sz="48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Paletización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C97B14-31F5-E074-C71B-A49809F8F89A}"/>
              </a:ext>
            </a:extLst>
          </p:cNvPr>
          <p:cNvSpPr txBox="1"/>
          <p:nvPr/>
        </p:nvSpPr>
        <p:spPr>
          <a:xfrm>
            <a:off x="599609" y="2338940"/>
            <a:ext cx="4607658" cy="3382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Escaneo caja a caja mediante PDA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Envío</a:t>
            </a:r>
            <a:r>
              <a:rPr lang="es-CL" sz="2000" noProof="0" dirty="0"/>
              <a:t> de información al ERP externo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Comunicación con segregador/</a:t>
            </a:r>
            <a:r>
              <a:rPr lang="es-CL" sz="200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sorter</a:t>
            </a:r>
            <a:r>
              <a:rPr lang="es-CL" sz="20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diferentes marcas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dirty="0"/>
              <a:t>Control de reglas de mixeo/mezclado de productos</a:t>
            </a:r>
            <a:endParaRPr lang="es-CL" sz="20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9E336A2-D39D-D07A-84A7-819CF74A2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682" y="557360"/>
            <a:ext cx="4238609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4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C71C-3A7E-23C7-74C4-2AFE09B9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2D71C02-437A-B084-C192-CB994149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0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937093-D53D-459F-9BA4-B9351CEF3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30AC3F-47DB-1F49-3F2D-92909D735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68525C-5BA2-8D14-F06A-085FB345D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7A9AE4-5BFE-76F6-35D9-23CA71BB0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9AC9C3-D5C0-1963-197F-3BC6DA78F38D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2800" noProof="0" dirty="0">
                <a:solidFill>
                  <a:srgbClr val="FFFFFF"/>
                </a:solidFill>
              </a:rPr>
              <a:t>¿Qué</a:t>
            </a:r>
            <a:r>
              <a:rPr lang="es-CL" sz="28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datos puedo obtener de </a:t>
            </a:r>
            <a:r>
              <a:rPr lang="es-CL" sz="28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DaiaAgent</a:t>
            </a:r>
            <a:r>
              <a:rPr lang="es-CL" sz="28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  <a:endParaRPr lang="es-CL" sz="2800" b="1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19A41EB-F9FB-0721-E8FF-EF92A7AA977E}"/>
              </a:ext>
            </a:extLst>
          </p:cNvPr>
          <p:cNvSpPr txBox="1"/>
          <p:nvPr/>
        </p:nvSpPr>
        <p:spPr>
          <a:xfrm>
            <a:off x="285879" y="1735800"/>
            <a:ext cx="11506430" cy="3386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L" sz="1900" noProof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L" sz="1900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9B907B-B3F3-AC98-A8C6-1D2789C18E36}"/>
              </a:ext>
            </a:extLst>
          </p:cNvPr>
          <p:cNvSpPr txBox="1"/>
          <p:nvPr/>
        </p:nvSpPr>
        <p:spPr>
          <a:xfrm>
            <a:off x="699714" y="2462897"/>
            <a:ext cx="83752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/>
              <a:t>Resultado de proceso por productor (rendimiento, kilos vaciados, curva de calibres etc.)
Categorías de detenciones, con la suma total de tiempo perdido y la frecuencia de ocurrencia.
Cantidad de trabajadores promedio durante el turno y evolución de la dotación durante la jornada.
Lotes procesados por días y avance de las ordenes de trabajo.
Reportes personalizados y acceso total en lectura a nuestra base de datos para crear sus propios informes.</a:t>
            </a:r>
          </a:p>
        </p:txBody>
      </p:sp>
    </p:spTree>
    <p:extLst>
      <p:ext uri="{BB962C8B-B14F-4D97-AF65-F5344CB8AC3E}">
        <p14:creationId xmlns:p14="http://schemas.microsoft.com/office/powerpoint/2010/main" val="184153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91A03-71DF-9B41-4A87-4BE29B72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9698241-089D-D9F1-5F8E-AD894E369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F9B2C1DB-4249-3EF0-4650-51760C6A5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30290C86-600D-48F5-F1E8-6587FAD65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406716CC-B75E-E7EA-FAFC-E3CC89B2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E8BA7D-5D24-EE3E-BDA9-A43C44EFA45E}"/>
              </a:ext>
            </a:extLst>
          </p:cNvPr>
          <p:cNvSpPr txBox="1"/>
          <p:nvPr/>
        </p:nvSpPr>
        <p:spPr>
          <a:xfrm>
            <a:off x="1153236" y="559703"/>
            <a:ext cx="9867331" cy="11674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s-CL" sz="3700" b="1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52EA417D-7350-C0EB-25B5-82B9A115E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335BE89-B99E-F2B3-210E-6DB4C0D91711}"/>
              </a:ext>
            </a:extLst>
          </p:cNvPr>
          <p:cNvSpPr txBox="1"/>
          <p:nvPr/>
        </p:nvSpPr>
        <p:spPr>
          <a:xfrm>
            <a:off x="1762570" y="4151105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s-CL" sz="2200" noProof="0" dirty="0">
                <a:solidFill>
                  <a:srgbClr val="FFFFFF"/>
                </a:solidFill>
              </a:rPr>
              <a:t>Más información: </a:t>
            </a:r>
            <a:r>
              <a:rPr lang="es-CL" sz="2200" noProof="0" dirty="0">
                <a:solidFill>
                  <a:srgbClr val="FFFFFF"/>
                </a:solidFill>
                <a:hlinkClick r:id="rId2"/>
              </a:rPr>
              <a:t>info@daia.cl</a:t>
            </a:r>
            <a:r>
              <a:rPr lang="es-CL" sz="2200" noProof="0" dirty="0">
                <a:solidFill>
                  <a:srgbClr val="FFFFFF"/>
                </a:solidFill>
              </a:rPr>
              <a:t> o www.daia.cl</a:t>
            </a:r>
          </a:p>
        </p:txBody>
      </p:sp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25675E4A-DD5A-5644-E03D-C5CF3E069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628" y="279337"/>
            <a:ext cx="3073055" cy="30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293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153D64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FA2A588BF53FF45A1672A163168D9E5" ma:contentTypeVersion="2" ma:contentTypeDescription="Crear nuevo documento." ma:contentTypeScope="" ma:versionID="2cdd43e5c6665e03d5402a859da2ea12">
  <xsd:schema xmlns:xsd="http://www.w3.org/2001/XMLSchema" xmlns:xs="http://www.w3.org/2001/XMLSchema" xmlns:p="http://schemas.microsoft.com/office/2006/metadata/properties" xmlns:ns3="d6920f02-2828-45c8-8ac6-82ee470430e4" targetNamespace="http://schemas.microsoft.com/office/2006/metadata/properties" ma:root="true" ma:fieldsID="0252d77d045d7b13029b7012ee9b4876" ns3:_="">
    <xsd:import namespace="d6920f02-2828-45c8-8ac6-82ee470430e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20f02-2828-45c8-8ac6-82ee470430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E2D8AB-17E6-4479-B2D9-D034A79DA2EE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d6920f02-2828-45c8-8ac6-82ee470430e4"/>
  </ds:schemaRefs>
</ds:datastoreItem>
</file>

<file path=customXml/itemProps2.xml><?xml version="1.0" encoding="utf-8"?>
<ds:datastoreItem xmlns:ds="http://schemas.openxmlformats.org/officeDocument/2006/customXml" ds:itemID="{F450BE5F-C897-45E5-8D44-6997A094ED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920f02-2828-45c8-8ac6-82ee470430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743F16-967C-4BC6-AD55-B5BB6828B1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3847</TotalTime>
  <Words>1387</Words>
  <Application>Microsoft Office PowerPoint</Application>
  <PresentationFormat>Panorámica</PresentationFormat>
  <Paragraphs>378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Matthieu AMOROS</dc:creator>
  <cp:lastModifiedBy>Matthieu Amoros</cp:lastModifiedBy>
  <cp:revision>4</cp:revision>
  <cp:lastPrinted>2026-02-18T17:20:20Z</cp:lastPrinted>
  <dcterms:created xsi:type="dcterms:W3CDTF">2021-05-18T20:46:53Z</dcterms:created>
  <dcterms:modified xsi:type="dcterms:W3CDTF">2026-02-18T17:57:28Z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0x010100EFA2A588BF53FF45A1672A163168D9E5</vt:lpwstr>
  </property>
</Properties>
</file>